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699C6-4616-9EDE-01FF-004334DCBC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79F455-8D42-64AE-6234-8F4972D95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4B0E8-E16F-398F-5D6B-E2939244A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AF4DF-8BDD-4CA7-8193-9B8EB34AF1B8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DAB7FD-0201-352D-4D16-077632A2C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12FD13-F469-6568-E29D-95C2D7061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05721-A244-4114-AA20-F86FED7197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3559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6F637-0408-8B41-D75F-01F13C3C8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B8956-698D-2DAF-AD7B-9EB5AF60A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CEDB8-BD18-F9F1-388E-9B5B5A294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AF4DF-8BDD-4CA7-8193-9B8EB34AF1B8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08B162-17F5-A6C2-8EC0-AC4AF1F3A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4B5DB-EBAC-BCCB-EBB7-81B1E2272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05721-A244-4114-AA20-F86FED7197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5480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11621-D119-E1E5-CC06-0CF7A0C07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764BFF-5342-E235-DF54-7FBB49A8AF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2F27B-5AE7-0F3F-A1AD-3280AE5B3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AF4DF-8BDD-4CA7-8193-9B8EB34AF1B8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8012F7-43C8-061F-A1E1-E4C2066E9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E9B6D-01D3-DB01-53D2-77F92B4F5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05721-A244-4114-AA20-F86FED7197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04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951D0-5705-00C2-CBE5-0C8C88499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BD7BE-C9E7-361A-0C50-190FF1C0A8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CE0CF4-86BA-E601-5C0B-FF5F017921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5B9CE8-C431-13B7-765E-BB52DB260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AF4DF-8BDD-4CA7-8193-9B8EB34AF1B8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6DCC84-20AD-6CF4-A282-1CCE6D014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A1E41E-8D46-9B1A-D525-0B17F8D8B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05721-A244-4114-AA20-F86FED7197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8234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84EB0-69DD-91BD-A3B8-9486D7EC7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C57235-54B8-53CA-9293-982E977082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86A3D5-6DCC-AE54-03A3-DA0C883B9A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E4D5EF-A825-3115-3168-45E861A928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7C0A44-C23B-31EB-D609-70D30D1E50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0A8C09-DAE3-B7CB-7582-9C7317F3F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AF4DF-8BDD-4CA7-8193-9B8EB34AF1B8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204D2A-B6A4-6825-36BE-5CAE0DFCC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F219F9-1E50-E648-FA94-EA47474B1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05721-A244-4114-AA20-F86FED7197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5371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3F659-FDF6-3733-28C9-FEEB23CFF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0AE6B0-A162-0C12-9FC8-34512E061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AF4DF-8BDD-4CA7-8193-9B8EB34AF1B8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47B7F1-0321-B6E8-E41B-0A849B545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A9857E-7D66-5AEA-D492-E0C5858B7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05721-A244-4114-AA20-F86FED7197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6594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B7AAE1-386A-1D7B-C110-6D372A782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AF4DF-8BDD-4CA7-8193-9B8EB34AF1B8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EC4036-69E1-AE53-6510-83DF88410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E29810-AF54-2E44-1DA2-49A6BC4AB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05721-A244-4114-AA20-F86FED7197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2529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33F29-56D4-F41A-AD58-C37883AD6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B0FBC-A185-A0AF-58EA-42AD87A3E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E84336-C6D6-68E4-C767-52B5E714D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D2E162-0B96-7109-5F58-2563C5DA3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AF4DF-8BDD-4CA7-8193-9B8EB34AF1B8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085A65-9CE5-5EA9-F0DF-A0910842B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3985F7-01C4-650D-84BD-74FD84F91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05721-A244-4114-AA20-F86FED7197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8534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F3EE3-0758-B0F9-FB59-A36B2DE58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958E0F-2482-E792-C1AF-D8C5619465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34DCC8-8DAE-F562-DFD2-C3482FDB8B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538D91-7A0D-46B8-2117-F498882A8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AF4DF-8BDD-4CA7-8193-9B8EB34AF1B8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ACC767-79E3-73BC-9247-9D1503BDC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1FA126-1892-2433-6AA6-8D1C2B44C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05721-A244-4114-AA20-F86FED7197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1665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B9920-CFF9-A353-4F66-CD14D1C47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991922-46AB-7B31-6944-88207C7D07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6EDC50-8FD8-A64E-7CBD-B22184134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AF4DF-8BDD-4CA7-8193-9B8EB34AF1B8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20E719-7E6E-5B54-75E7-D29999660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F863B-AF73-6A78-19AE-EF153C4BC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05721-A244-4114-AA20-F86FED7197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5120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E1FB37-98DA-940F-5366-56B4D20323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D35435-FE63-ED70-644A-9053C55432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596E6-73AF-6119-5517-43C8CA8E8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AF4DF-8BDD-4CA7-8193-9B8EB34AF1B8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5DFFE3-DB42-FE11-3913-216EFE8AF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6E26E-2235-10E3-96AE-9EEABFACF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05721-A244-4114-AA20-F86FED7197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6273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28BC68-77D4-E734-2199-28E576E99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6CE003-A38E-412B-FDDF-345CD4209B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89B422-3BD9-BA0A-6C56-D073EABEC3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BAF4DF-8BDD-4CA7-8193-9B8EB34AF1B8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85BB2-6463-2733-2F96-332B634329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D21F02-E017-701F-E188-3AE8A0155D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305721-A244-4114-AA20-F86FED7197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859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8BAA5-CB00-A9CA-1BAA-6A65F71C9C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1613"/>
            <a:ext cx="8908026" cy="1108587"/>
          </a:xfrm>
        </p:spPr>
        <p:txBody>
          <a:bodyPr/>
          <a:lstStyle/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Dashboard Design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EF619E-6CF0-3CBA-3BE1-22DDDFC7BA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202425"/>
            <a:ext cx="9144000" cy="3303639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Tool Used: Power BI</a:t>
            </a:r>
          </a:p>
          <a:p>
            <a:endParaRPr lang="en-US" sz="28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Dataset: Financial Sample Dataset</a:t>
            </a:r>
          </a:p>
          <a:p>
            <a:endParaRPr lang="en-US" sz="28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Objective:</a:t>
            </a:r>
          </a:p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Design an interactive dashboard for business stakeholders.</a:t>
            </a:r>
            <a:endParaRPr lang="en-IN" sz="28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6849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9E729-DD98-0FD5-FAD6-8D1820F56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Sales and Profit Dashboard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B1438F-B3AD-E252-BB5D-FA3E498A42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24" t="6916" r="8965" b="724"/>
          <a:stretch>
            <a:fillRect/>
          </a:stretch>
        </p:blipFill>
        <p:spPr>
          <a:xfrm>
            <a:off x="838200" y="1965991"/>
            <a:ext cx="6783945" cy="41595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AB034C-23C4-84F3-53D8-009EE7CBEAE7}"/>
              </a:ext>
            </a:extLst>
          </p:cNvPr>
          <p:cNvSpPr txBox="1"/>
          <p:nvPr/>
        </p:nvSpPr>
        <p:spPr>
          <a:xfrm>
            <a:off x="8209935" y="1965991"/>
            <a:ext cx="314386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• Total Sales: 118.73M</a:t>
            </a:r>
          </a:p>
          <a:p>
            <a:endParaRPr lang="en-US" sz="2000" dirty="0"/>
          </a:p>
          <a:p>
            <a:r>
              <a:rPr lang="en-US" sz="2000" dirty="0"/>
              <a:t>• Total Profit: 16.89M</a:t>
            </a:r>
          </a:p>
          <a:p>
            <a:endParaRPr lang="en-US" sz="2000" dirty="0"/>
          </a:p>
          <a:p>
            <a:r>
              <a:rPr lang="en-US" sz="2000" dirty="0"/>
              <a:t>• Government segment generated the highest profit.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114357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F529D8A-C6A1-0EDC-A119-8AB0E3F7C4CB}"/>
              </a:ext>
            </a:extLst>
          </p:cNvPr>
          <p:cNvSpPr txBox="1"/>
          <p:nvPr/>
        </p:nvSpPr>
        <p:spPr>
          <a:xfrm>
            <a:off x="978309" y="1611715"/>
            <a:ext cx="1017638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• Dashboard provides sales and profit analysis.</a:t>
            </a:r>
          </a:p>
          <a:p>
            <a:endParaRPr lang="en-US" sz="2800" dirty="0"/>
          </a:p>
          <a:p>
            <a:r>
              <a:rPr lang="en-US" sz="2800" dirty="0"/>
              <a:t>• Country slicer enables interactive filtering.</a:t>
            </a:r>
          </a:p>
          <a:p>
            <a:endParaRPr lang="en-US" sz="2800" dirty="0"/>
          </a:p>
          <a:p>
            <a:r>
              <a:rPr lang="en-US" sz="2800" dirty="0"/>
              <a:t>• Monthly trend chart helps identify sales patterns.</a:t>
            </a:r>
          </a:p>
          <a:p>
            <a:endParaRPr lang="en-US" sz="2800" dirty="0"/>
          </a:p>
          <a:p>
            <a:r>
              <a:rPr lang="en-US" sz="2800" dirty="0"/>
              <a:t>• Dashboard supports data-driven business decisions.</a:t>
            </a:r>
            <a:endParaRPr lang="en-IN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768B93-C500-0CDC-5D0D-9898904730B2}"/>
              </a:ext>
            </a:extLst>
          </p:cNvPr>
          <p:cNvSpPr txBox="1"/>
          <p:nvPr/>
        </p:nvSpPr>
        <p:spPr>
          <a:xfrm>
            <a:off x="1307690" y="422787"/>
            <a:ext cx="91734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Conclusion</a:t>
            </a: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03510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77</Words>
  <Application>Microsoft Office PowerPoint</Application>
  <PresentationFormat>Widescreen</PresentationFormat>
  <Paragraphs>21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Dashboard Design Project</vt:lpstr>
      <vt:lpstr>Sales and Profit Dashboard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aakash mandal</dc:creator>
  <cp:lastModifiedBy>aakash mandal</cp:lastModifiedBy>
  <cp:revision>1</cp:revision>
  <dcterms:created xsi:type="dcterms:W3CDTF">2026-06-08T08:55:39Z</dcterms:created>
  <dcterms:modified xsi:type="dcterms:W3CDTF">2026-06-08T09:02:09Z</dcterms:modified>
</cp:coreProperties>
</file>